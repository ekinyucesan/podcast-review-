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7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0E9B-1627-48CC-B349-8A3D922F400E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B0B3-A264-42F7-8BFF-8D373DEF35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06704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0E9B-1627-48CC-B349-8A3D922F400E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B0B3-A264-42F7-8BFF-8D373DEF35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1068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0E9B-1627-48CC-B349-8A3D922F400E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B0B3-A264-42F7-8BFF-8D373DEF35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5066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0E9B-1627-48CC-B349-8A3D922F400E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B0B3-A264-42F7-8BFF-8D373DEF35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66310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0E9B-1627-48CC-B349-8A3D922F400E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B0B3-A264-42F7-8BFF-8D373DEF35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22313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0E9B-1627-48CC-B349-8A3D922F400E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B0B3-A264-42F7-8BFF-8D373DEF35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08947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0E9B-1627-48CC-B349-8A3D922F400E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B0B3-A264-42F7-8BFF-8D373DEF35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15301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0E9B-1627-48CC-B349-8A3D922F400E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B0B3-A264-42F7-8BFF-8D373DEF35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26717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0E9B-1627-48CC-B349-8A3D922F400E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B0B3-A264-42F7-8BFF-8D373DEF35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78691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0E9B-1627-48CC-B349-8A3D922F400E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B0B3-A264-42F7-8BFF-8D373DEF35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57897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0E9B-1627-48CC-B349-8A3D922F400E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3B0B3-A264-42F7-8BFF-8D373DEF35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39942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C0E9B-1627-48CC-B349-8A3D922F400E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3B0B3-A264-42F7-8BFF-8D373DEF35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84895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56243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1400" dirty="0" err="1" smtClean="0"/>
              <a:t>In</a:t>
            </a:r>
            <a:r>
              <a:rPr lang="tr-TR" sz="1400" dirty="0" smtClean="0"/>
              <a:t> </a:t>
            </a:r>
            <a:r>
              <a:rPr lang="tr-TR" sz="1400" dirty="0" err="1" smtClean="0"/>
              <a:t>this</a:t>
            </a:r>
            <a:r>
              <a:rPr lang="tr-TR" sz="1400" dirty="0" smtClean="0"/>
              <a:t> data set </a:t>
            </a:r>
            <a:r>
              <a:rPr lang="tr-TR" sz="1400" dirty="0" err="1" smtClean="0"/>
              <a:t>we</a:t>
            </a:r>
            <a:r>
              <a:rPr lang="tr-TR" sz="1400" dirty="0" smtClean="0"/>
              <a:t> </a:t>
            </a:r>
            <a:r>
              <a:rPr lang="tr-TR" sz="1400" dirty="0" err="1" smtClean="0"/>
              <a:t>have</a:t>
            </a:r>
            <a:r>
              <a:rPr lang="tr-TR" sz="1400" dirty="0" smtClean="0"/>
              <a:t> </a:t>
            </a:r>
            <a:r>
              <a:rPr lang="tr-TR" sz="1400" dirty="0" err="1" smtClean="0"/>
              <a:t>many</a:t>
            </a:r>
            <a:r>
              <a:rPr lang="tr-TR" sz="1400" dirty="0" smtClean="0"/>
              <a:t> </a:t>
            </a:r>
            <a:r>
              <a:rPr lang="tr-TR" sz="1400" dirty="0" err="1" smtClean="0"/>
              <a:t>podcasts’s</a:t>
            </a:r>
            <a:r>
              <a:rPr lang="tr-TR" sz="1400" dirty="0" smtClean="0"/>
              <a:t> data </a:t>
            </a:r>
            <a:r>
              <a:rPr lang="tr-TR" sz="1400" dirty="0" err="1" smtClean="0"/>
              <a:t>such</a:t>
            </a:r>
            <a:r>
              <a:rPr lang="tr-TR" sz="1400" dirty="0" smtClean="0"/>
              <a:t> as </a:t>
            </a:r>
            <a:r>
              <a:rPr lang="tr-TR" sz="1400" dirty="0" err="1" smtClean="0"/>
              <a:t>its</a:t>
            </a:r>
            <a:r>
              <a:rPr lang="tr-TR" sz="1400" dirty="0" smtClean="0"/>
              <a:t> </a:t>
            </a:r>
            <a:r>
              <a:rPr lang="tr-TR" sz="1400" dirty="0" err="1" smtClean="0"/>
              <a:t>region</a:t>
            </a:r>
            <a:r>
              <a:rPr lang="tr-TR" sz="1400" dirty="0" smtClean="0"/>
              <a:t>, </a:t>
            </a:r>
            <a:r>
              <a:rPr lang="tr-TR" sz="1400" dirty="0" err="1" smtClean="0"/>
              <a:t>language</a:t>
            </a:r>
            <a:r>
              <a:rPr lang="tr-TR" sz="1400" dirty="0" smtClean="0"/>
              <a:t>, </a:t>
            </a:r>
            <a:r>
              <a:rPr lang="tr-TR" sz="1400" dirty="0" err="1" smtClean="0"/>
              <a:t>duration</a:t>
            </a:r>
            <a:r>
              <a:rPr lang="tr-TR" sz="1400" dirty="0" smtClean="0"/>
              <a:t>, </a:t>
            </a:r>
            <a:r>
              <a:rPr lang="tr-TR" sz="1400" dirty="0" err="1" smtClean="0"/>
              <a:t>title</a:t>
            </a:r>
            <a:r>
              <a:rPr lang="tr-TR" sz="1400" dirty="0" smtClean="0"/>
              <a:t> </a:t>
            </a:r>
            <a:r>
              <a:rPr lang="tr-TR" sz="1400" dirty="0" err="1" smtClean="0"/>
              <a:t>and</a:t>
            </a:r>
            <a:r>
              <a:rPr lang="tr-TR" sz="1400" dirty="0" smtClean="0"/>
              <a:t> </a:t>
            </a:r>
            <a:r>
              <a:rPr lang="tr-TR" sz="1400" dirty="0" err="1" smtClean="0"/>
              <a:t>description</a:t>
            </a:r>
            <a:r>
              <a:rPr lang="tr-TR" sz="1400" dirty="0" smtClean="0"/>
              <a:t>. </a:t>
            </a:r>
            <a:endParaRPr lang="tr-TR" sz="1400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8996" y="1825625"/>
            <a:ext cx="869400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589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1400" dirty="0" err="1" smtClean="0"/>
              <a:t>To</a:t>
            </a:r>
            <a:r>
              <a:rPr lang="tr-TR" sz="1400" dirty="0" smtClean="0"/>
              <a:t> </a:t>
            </a:r>
            <a:r>
              <a:rPr lang="tr-TR" sz="1400" dirty="0" err="1" smtClean="0"/>
              <a:t>make</a:t>
            </a:r>
            <a:r>
              <a:rPr lang="tr-TR" sz="1400" dirty="0" smtClean="0"/>
              <a:t> a </a:t>
            </a:r>
            <a:r>
              <a:rPr lang="tr-TR" sz="1400" dirty="0" err="1" smtClean="0"/>
              <a:t>better</a:t>
            </a:r>
            <a:r>
              <a:rPr lang="tr-TR" sz="1400" dirty="0" smtClean="0"/>
              <a:t> </a:t>
            </a:r>
            <a:r>
              <a:rPr lang="tr-TR" sz="1400" dirty="0" err="1" smtClean="0"/>
              <a:t>visualisation</a:t>
            </a:r>
            <a:r>
              <a:rPr lang="tr-TR" sz="1400" dirty="0" smtClean="0"/>
              <a:t> I </a:t>
            </a:r>
            <a:r>
              <a:rPr lang="tr-TR" sz="1400" dirty="0" err="1" smtClean="0"/>
              <a:t>selected</a:t>
            </a:r>
            <a:r>
              <a:rPr lang="tr-TR" sz="1400" dirty="0" smtClean="0"/>
              <a:t> </a:t>
            </a:r>
            <a:r>
              <a:rPr lang="tr-TR" sz="1400" dirty="0" err="1" smtClean="0"/>
              <a:t>just</a:t>
            </a:r>
            <a:r>
              <a:rPr lang="tr-TR" sz="1400" dirty="0" smtClean="0"/>
              <a:t> </a:t>
            </a:r>
            <a:r>
              <a:rPr lang="tr-TR" sz="1400" dirty="0" err="1" smtClean="0"/>
              <a:t>this</a:t>
            </a:r>
            <a:r>
              <a:rPr lang="tr-TR" sz="1400" dirty="0" smtClean="0"/>
              <a:t> 5 </a:t>
            </a:r>
            <a:r>
              <a:rPr lang="tr-TR" sz="1400" dirty="0" err="1" smtClean="0"/>
              <a:t>languages</a:t>
            </a:r>
            <a:endParaRPr lang="tr-TR" sz="14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78" y="1456571"/>
            <a:ext cx="9735909" cy="540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073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1400" dirty="0" err="1" smtClean="0"/>
              <a:t>Even</a:t>
            </a:r>
            <a:r>
              <a:rPr lang="tr-TR" sz="1400" dirty="0" smtClean="0"/>
              <a:t> </a:t>
            </a:r>
            <a:r>
              <a:rPr lang="tr-TR" sz="1400" dirty="0" err="1" smtClean="0"/>
              <a:t>though</a:t>
            </a:r>
            <a:r>
              <a:rPr lang="tr-TR" sz="1400" dirty="0" smtClean="0"/>
              <a:t> </a:t>
            </a:r>
            <a:r>
              <a:rPr lang="tr-TR" sz="1400" dirty="0" err="1" smtClean="0"/>
              <a:t>japanese</a:t>
            </a:r>
            <a:r>
              <a:rPr lang="tr-TR" sz="1400" dirty="0" smtClean="0"/>
              <a:t> is in top 5 </a:t>
            </a:r>
            <a:r>
              <a:rPr lang="tr-TR" sz="1400" dirty="0" err="1" smtClean="0"/>
              <a:t>languages</a:t>
            </a:r>
            <a:r>
              <a:rPr lang="tr-TR" sz="1400" dirty="0" smtClean="0"/>
              <a:t> in </a:t>
            </a:r>
            <a:r>
              <a:rPr lang="tr-TR" sz="1400" dirty="0" err="1" smtClean="0"/>
              <a:t>terms</a:t>
            </a:r>
            <a:r>
              <a:rPr lang="tr-TR" sz="1400" dirty="0" smtClean="0"/>
              <a:t> of </a:t>
            </a:r>
            <a:r>
              <a:rPr lang="tr-TR" sz="1400" dirty="0" err="1" smtClean="0"/>
              <a:t>number</a:t>
            </a:r>
            <a:r>
              <a:rPr lang="tr-TR" sz="1400" dirty="0" smtClean="0"/>
              <a:t> of </a:t>
            </a:r>
            <a:r>
              <a:rPr lang="tr-TR" sz="1400" dirty="0" err="1" smtClean="0"/>
              <a:t>podcast</a:t>
            </a:r>
            <a:r>
              <a:rPr lang="tr-TR" sz="1400" dirty="0" smtClean="0"/>
              <a:t> but it is not top </a:t>
            </a:r>
            <a:r>
              <a:rPr lang="tr-TR" sz="1400" dirty="0" err="1" smtClean="0"/>
              <a:t>five</a:t>
            </a:r>
            <a:r>
              <a:rPr lang="tr-TR" sz="1400" dirty="0" smtClean="0"/>
              <a:t> in </a:t>
            </a:r>
            <a:r>
              <a:rPr lang="tr-TR" sz="1400" dirty="0" err="1" smtClean="0"/>
              <a:t>average</a:t>
            </a:r>
            <a:r>
              <a:rPr lang="tr-TR" sz="1400" dirty="0" smtClean="0"/>
              <a:t> </a:t>
            </a:r>
            <a:r>
              <a:rPr lang="tr-TR" sz="1400" dirty="0" err="1" smtClean="0"/>
              <a:t>duration</a:t>
            </a:r>
            <a:endParaRPr lang="tr-TR" sz="14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346" y="1342255"/>
            <a:ext cx="9583487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961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tr-TR" sz="1400" dirty="0"/>
          </a:p>
        </p:txBody>
      </p:sp>
      <p:pic>
        <p:nvPicPr>
          <p:cNvPr id="5" name="İçerik Yer Tutucus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7399" y="1825625"/>
            <a:ext cx="835720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036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56</Words>
  <Application>Microsoft Office PowerPoint</Application>
  <PresentationFormat>Geniş ekran</PresentationFormat>
  <Paragraphs>3</Paragraphs>
  <Slides>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Teması</vt:lpstr>
      <vt:lpstr>PowerPoint Sunusu</vt:lpstr>
      <vt:lpstr>In this data set we have many podcasts’s data such as its region, language, duration, title and description. </vt:lpstr>
      <vt:lpstr>To make a better visualisation I selected just this 5 languages</vt:lpstr>
      <vt:lpstr>Even though japanese is in top 5 languages in terms of number of podcast but it is not top five in average duration</vt:lpstr>
      <vt:lpstr>PowerPoint Sunusu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EKİN</dc:creator>
  <cp:lastModifiedBy>EKİN</cp:lastModifiedBy>
  <cp:revision>2</cp:revision>
  <dcterms:created xsi:type="dcterms:W3CDTF">2025-11-30T18:21:20Z</dcterms:created>
  <dcterms:modified xsi:type="dcterms:W3CDTF">2025-11-30T18:36:13Z</dcterms:modified>
</cp:coreProperties>
</file>